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64130" y="1696085"/>
            <a:ext cx="7341870" cy="310134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【午后童话：咖啡庄园的侍者们】盲盒设定集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世界观背景：在一条被时光遗忘的欧式老街上，坐落着名为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午后童话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”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的神秘咖啡馆。这里提供美味的饮品与甜点，更隐藏着一个魔法秘密：每当深夜第一杯特调咖啡被端上桌面，店内的侍者们便会化身成拥有自我意识的 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精灵人偶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，在月光下守护客人们未说出口的梦想。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12315" y="3713480"/>
            <a:ext cx="740473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角色一：首席执事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-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艾琳娜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(Elena)</a:t>
            </a:r>
            <a:endParaRPr lang="en-US" altLang="zh-CN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身份定位：庄园的掌权者，优雅的代名词。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风格：经典英式女执事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（参考）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性格设定：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冷静、沉稳、极度自律。她是咖啡馆的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规则守护者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，总是面无表情但内心细腻，会默默为客人解决一切麻烦。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700270" y="896620"/>
            <a:ext cx="2137410" cy="2273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1090" y="4107815"/>
            <a:ext cx="707771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角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色二：和风抹茶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-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凛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(Rin)</a:t>
            </a:r>
            <a:endParaRPr lang="en-US" altLang="zh-CN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身份定位：常规款，日式抹茶主题的和风女仆。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风格：传统日式与现代女仆风的融合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（参考）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性格设定：温柔、安静、治愈系。擅长制作抹茶甜点，性格像抹茶一样清新微苦，却回味无穷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273425" y="1187769"/>
            <a:ext cx="1966277" cy="1577657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294630" y="1188086"/>
            <a:ext cx="1120457" cy="1562417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414770" y="1188402"/>
            <a:ext cx="1280477" cy="1554797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7694930" y="1181099"/>
            <a:ext cx="1021397" cy="15624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56000" y="6973252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2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90140" y="3429000"/>
            <a:ext cx="7515225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角色三</a:t>
            </a:r>
            <a:r>
              <a:rPr lang="en-US" altLang="zh-CN" sz="1600" b="1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四：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古典红茶双子星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-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维安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&amp;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维安亚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这对姐妹围绕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古典红茶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”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展开，一人代表午后的温柔醇厚，一人代表清晨的鲜活馥郁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姐姐：维安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(Vian)</a:t>
            </a:r>
            <a:endParaRPr lang="en-US" altLang="zh-CN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身份：沉稳可靠的看板女仆，负责店内高峰时段。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性格：温柔内敛、心思细腻。像一杯经典的阿萨姆红茶，初尝温和，越品越香，擅长倾听，是店里的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定海神针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妹妹：维安亚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(Vianya)</a:t>
            </a:r>
            <a:endParaRPr lang="en-US" altLang="zh-CN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身份：活泼好动的见习女仆，负责研发新品甜点。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性格：元气满满、古灵精怪。像一杯加入了蜂蜜的温热红茶，酸甜交织，鲜活有趣，总能带来新的惊喜。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风格：长款古典女仆风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（参考）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5" name="图片 5" descr="de2fe23298fada17bb80537a38a199e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5218" y="353378"/>
            <a:ext cx="2051685" cy="2753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83815" y="4113530"/>
            <a:ext cx="7304405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角色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五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：东方乌龙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-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婉宁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(Wanning)</a:t>
            </a:r>
            <a:endParaRPr lang="en-US" altLang="zh-CN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身份：中式乌龙茶主题的中华风女仆。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风格：中华风改良女仆。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性格设定：活泼、灵动、古灵精怪。性格像东方乌龙一样清爽回甘，充满元气。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300730" y="1060134"/>
            <a:ext cx="1470977" cy="1722437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4771390" y="984250"/>
            <a:ext cx="1265237" cy="1806257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036310" y="1082993"/>
            <a:ext cx="1265237" cy="1707197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7301230" y="1083310"/>
            <a:ext cx="1219517" cy="169957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56000" y="7189152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2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25040" y="4079875"/>
            <a:ext cx="729678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角色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六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：深夜特调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-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夜影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(Night Shadow)</a:t>
            </a:r>
            <a:endParaRPr lang="en-US" altLang="zh-CN" sz="16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身份定位：常规款，神秘主义的暗黑执事。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风格：哥特风女执事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性格设定：高冷、神秘、亦正亦邪。她是深夜才出现的守护者，擅长调制让人忘却烦恼的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深夜特调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”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330416" y="1163956"/>
            <a:ext cx="1448117" cy="2164397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4778216" y="1163638"/>
            <a:ext cx="1128077" cy="2164397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5905976" y="1172210"/>
            <a:ext cx="1067117" cy="2156777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6972776" y="1172527"/>
            <a:ext cx="1150937" cy="21567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67560" y="4395470"/>
            <a:ext cx="802068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隐藏款：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优雅系全能执事</a:t>
            </a:r>
            <a:r>
              <a:rPr lang="zh-CN" altLang="en-US" sz="1600" b="1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 b="1">
                <a:latin typeface="Calibri" panose="020F0502020204030204"/>
                <a:ea typeface="宋体" panose="02010600030101010101" pitchFamily="2" charset="-122"/>
              </a:rPr>
              <a:t>-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假面 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身份定位：首席执事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-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艾琳娜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双生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风格：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执事装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性格设定：冷静、专业、洞察力极强。话语简洁精准，礼仪无可挑剔。能提前预判顾客的需求。常用语是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谨遵您的意愿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258027" y="1219201"/>
            <a:ext cx="785177" cy="2370137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4042887" y="1234758"/>
            <a:ext cx="1539557" cy="2354897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5696427" y="1204595"/>
            <a:ext cx="1204277" cy="2385377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6900387" y="1204912"/>
            <a:ext cx="1554797" cy="2354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WPS 演示</Application>
  <PresentationFormat>宽屏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一只兔兔</cp:lastModifiedBy>
  <cp:revision>6</cp:revision>
  <dcterms:created xsi:type="dcterms:W3CDTF">2023-08-09T12:44:00Z</dcterms:created>
  <dcterms:modified xsi:type="dcterms:W3CDTF">2026-03-17T09:11:56Z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F1A6B7E5711B49F9ACF25307AEE04FDA_12</vt:lpwstr>
  </property>
</Properties>
</file>